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3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2" r:id="rId5"/>
    <p:sldId id="263" r:id="rId6"/>
    <p:sldId id="259" r:id="rId7"/>
    <p:sldId id="268" r:id="rId8"/>
    <p:sldId id="266" r:id="rId9"/>
    <p:sldId id="264" r:id="rId10"/>
    <p:sldId id="260" r:id="rId11"/>
    <p:sldId id="26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g+do/2jQSt6a9JYXMNctZ9eG7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9540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030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7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8737600" y="228600"/>
            <a:ext cx="27432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7"/>
          <p:cNvGrpSpPr/>
          <p:nvPr/>
        </p:nvGrpSpPr>
        <p:grpSpPr>
          <a:xfrm>
            <a:off x="8195733" y="0"/>
            <a:ext cx="3996267" cy="876300"/>
            <a:chOff x="6096000" y="3924300"/>
            <a:chExt cx="2997200" cy="876300"/>
          </a:xfrm>
        </p:grpSpPr>
        <p:sp>
          <p:nvSpPr>
            <p:cNvPr id="27" name="Google Shape;27;p27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7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2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30;p27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7601" y="228600"/>
            <a:ext cx="2561167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body" idx="1"/>
          </p:nvPr>
        </p:nvSpPr>
        <p:spPr>
          <a:xfrm>
            <a:off x="609600" y="13716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>
            <a:spLocks noGrp="1"/>
          </p:cNvSpPr>
          <p:nvPr>
            <p:ph type="ctrTitle"/>
          </p:nvPr>
        </p:nvSpPr>
        <p:spPr>
          <a:xfrm>
            <a:off x="0" y="1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subTitle" idx="1"/>
          </p:nvPr>
        </p:nvSpPr>
        <p:spPr>
          <a:xfrm>
            <a:off x="711200" y="1371600"/>
            <a:ext cx="108712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63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6"/>
          <p:cNvSpPr txBox="1">
            <a:spLocks noGrp="1"/>
          </p:cNvSpPr>
          <p:nvPr>
            <p:ph type="body" idx="1"/>
          </p:nvPr>
        </p:nvSpPr>
        <p:spPr>
          <a:xfrm>
            <a:off x="609600" y="13716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6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6"/>
          <p:cNvSpPr/>
          <p:nvPr/>
        </p:nvSpPr>
        <p:spPr>
          <a:xfrm rot="10800000" flipH="1">
            <a:off x="0" y="6705600"/>
            <a:ext cx="12192000" cy="1981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26" descr="LOGO.gif"/>
          <p:cNvPicPr preferRelativeResize="0"/>
          <p:nvPr/>
        </p:nvPicPr>
        <p:blipFill rotWithShape="1">
          <a:blip r:embed="rId7">
            <a:alphaModFix/>
          </a:blip>
          <a:srcRect b="10713"/>
          <a:stretch/>
        </p:blipFill>
        <p:spPr>
          <a:xfrm>
            <a:off x="8737600" y="228600"/>
            <a:ext cx="27432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6" descr="LOGO.gif"/>
          <p:cNvPicPr preferRelativeResize="0"/>
          <p:nvPr/>
        </p:nvPicPr>
        <p:blipFill rotWithShape="1">
          <a:blip r:embed="rId7">
            <a:alphaModFix/>
          </a:blip>
          <a:srcRect b="10713"/>
          <a:stretch/>
        </p:blipFill>
        <p:spPr>
          <a:xfrm>
            <a:off x="8737600" y="228600"/>
            <a:ext cx="27432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6"/>
          <p:cNvGrpSpPr/>
          <p:nvPr/>
        </p:nvGrpSpPr>
        <p:grpSpPr>
          <a:xfrm>
            <a:off x="8195733" y="0"/>
            <a:ext cx="3996267" cy="876300"/>
            <a:chOff x="6096000" y="3924300"/>
            <a:chExt cx="2997200" cy="876300"/>
          </a:xfrm>
        </p:grpSpPr>
        <p:sp>
          <p:nvSpPr>
            <p:cNvPr id="20" name="Google Shape;20;p26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" name="Google Shape;21;p26" descr="LOGO.gif"/>
            <p:cNvPicPr preferRelativeResize="0"/>
            <p:nvPr/>
          </p:nvPicPr>
          <p:blipFill rotWithShape="1">
            <a:blip r:embed="rId7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2;p26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" name="Google Shape;23;p26" descr="logo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37601" y="228600"/>
            <a:ext cx="2561167" cy="609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hivek-s-mittal-5894611b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hyperlink" Target="https://github.com/shivek555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540152" y="1091608"/>
            <a:ext cx="11111696" cy="278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331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Vice-Chairperson Application – IEEE-CIET Student Branch</a:t>
            </a:r>
            <a:endParaRPr lang="en-US" sz="3200" b="1" i="0" u="none" strike="noStrike" cap="none" dirty="0">
              <a:solidFill>
                <a:srgbClr val="3A30F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4054350" y="3747040"/>
            <a:ext cx="4038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Shivek S Mittal 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410548" y="130628"/>
            <a:ext cx="183813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320728" y="949265"/>
            <a:ext cx="974130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Introduction</a:t>
            </a:r>
            <a:endParaRPr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Positions of Responsibility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Events Handled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Skills &amp; Expertise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Certifications &amp; Achievements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Vision for IEEE-CIET Student Branch (Vice-Chairperson) </a:t>
            </a: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Future Events and Initiatives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 Deserve This Role</a:t>
            </a: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400" b="1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288783" y="108705"/>
            <a:ext cx="2874294" cy="639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Introduction</a:t>
            </a:r>
            <a:endParaRPr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7148B-B54E-D662-96C0-4F7D21343335}"/>
              </a:ext>
            </a:extLst>
          </p:cNvPr>
          <p:cNvSpPr txBox="1"/>
          <p:nvPr/>
        </p:nvSpPr>
        <p:spPr>
          <a:xfrm>
            <a:off x="0" y="747852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Shivek S Mittal: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Role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Content Head, IEEE-CIET Student Branch (2024-2025)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B.E. Computer Science (2027)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Programming (Python, C, C++, Java, LaTeX),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Coordination, Public Speaking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LinkedIn: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Linkdeln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8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GitHub: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Github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shivek S mittal">
            <a:extLst>
              <a:ext uri="{FF2B5EF4-FFF2-40B4-BE49-F238E27FC236}">
                <a16:creationId xmlns:a16="http://schemas.microsoft.com/office/drawing/2014/main" id="{E11F73EC-BE8C-6179-854E-ABD273A68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389" y="2119131"/>
            <a:ext cx="4582611" cy="458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AFB5D-F7A5-C61A-367B-23DECDBBFD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Google Shape;89;p23">
            <a:extLst>
              <a:ext uri="{FF2B5EF4-FFF2-40B4-BE49-F238E27FC236}">
                <a16:creationId xmlns:a16="http://schemas.microsoft.com/office/drawing/2014/main" id="{2BECD660-6DCC-CE32-A3D0-153E277D13BE}"/>
              </a:ext>
            </a:extLst>
          </p:cNvPr>
          <p:cNvSpPr txBox="1"/>
          <p:nvPr/>
        </p:nvSpPr>
        <p:spPr>
          <a:xfrm>
            <a:off x="170000" y="138900"/>
            <a:ext cx="6568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Positions of Responsibility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B7F453-4857-0349-A55C-AF00E2D23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81417"/>
            <a:ext cx="12049246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Head – IEEE-CIET Student Branch (2024-2025)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Planning for Events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Collaborating with other teams to create content that aligns with the theme and objectives of IEEE-CIET Student Brach events.</a:t>
            </a:r>
            <a:endParaRPr lang="en-US" sz="32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Descriptions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Writing detailed descriptions of IEEE events, workshops, seminars, and competitions.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Posts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Creating short-form content for platforms like Instagram, LinkedIn,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Blogs/Articles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Writing long-form blog posts on technical topics, event highlights.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Pressure very well while completing Documentation work that clashed during my Exams , AICTE seminar Brochure Development.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Content head I never let my team members and coordinator felt that they are only doing every work I tried to keep a work environment where my team could easily work without any pressure.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53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AFB5D-F7A5-C61A-367B-23DECDBBFD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4" name="Google Shape;89;p23">
            <a:extLst>
              <a:ext uri="{FF2B5EF4-FFF2-40B4-BE49-F238E27FC236}">
                <a16:creationId xmlns:a16="http://schemas.microsoft.com/office/drawing/2014/main" id="{2BECD660-6DCC-CE32-A3D0-153E277D13BE}"/>
              </a:ext>
            </a:extLst>
          </p:cNvPr>
          <p:cNvSpPr txBox="1"/>
          <p:nvPr/>
        </p:nvSpPr>
        <p:spPr>
          <a:xfrm>
            <a:off x="170000" y="138900"/>
            <a:ext cx="65688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Events Handled</a:t>
            </a:r>
            <a:endParaRPr lang="en-US"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275C359-1C60-2E96-9812-80D1057D3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3375"/>
            <a:ext cx="1211634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Also worked with Organizing team during they event whether it’s about planning the Event , creating a marking criteria , Handling the Collab with other clubs.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Somnium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Led content creation, oversaw event flow and ensured smooth logistics.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Express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Assisted in content scripting and event coordination; managed high-pressure moments.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Whether it’s about late-night meets or no sleep event I was always there with the team . No matter whether it’s Content team or organizing team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Technical team.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Promotion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Team Coordination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Unforeseen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288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89" name="Google Shape;89;p23"/>
          <p:cNvSpPr txBox="1"/>
          <p:nvPr/>
        </p:nvSpPr>
        <p:spPr>
          <a:xfrm>
            <a:off x="279917" y="151236"/>
            <a:ext cx="6568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Skills &amp; Expertise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E6731-942A-80F6-9164-B355B3A53562}"/>
              </a:ext>
            </a:extLst>
          </p:cNvPr>
          <p:cNvSpPr txBox="1"/>
          <p:nvPr/>
        </p:nvSpPr>
        <p:spPr>
          <a:xfrm>
            <a:off x="173619" y="1030147"/>
            <a:ext cx="1132004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Brainfuck/Moo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Leadership,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Speaking,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Solving,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Event Planning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Expertise in event logistics, crisis management, and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Speaking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Experience in debating and public speaking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9" name="Google Shape;89;p23"/>
          <p:cNvSpPr txBox="1"/>
          <p:nvPr/>
        </p:nvSpPr>
        <p:spPr>
          <a:xfrm>
            <a:off x="279917" y="151236"/>
            <a:ext cx="6568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Certifications &amp; Achievements 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5594A07-ED89-2224-06CE-31B40D00C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067" y="1703311"/>
            <a:ext cx="219932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206021-B2D5-E4EF-261C-316BA0FEA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008" y="344015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47D33-7973-5136-9A46-20BEB75CFABD}"/>
              </a:ext>
            </a:extLst>
          </p:cNvPr>
          <p:cNvSpPr txBox="1"/>
          <p:nvPr/>
        </p:nvSpPr>
        <p:spPr>
          <a:xfrm>
            <a:off x="279917" y="1041824"/>
            <a:ext cx="1178090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 Many Certificates and Achievements in my college life till now.  Few of there are 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Paper Award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Honored with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Paper Award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twice for technical research papers in the fields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 Theorem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Algorithms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showcasing my contributions to the field of computer science and engineering.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Gift from Honorable Chancellor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Received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gift from Dr. Ashok K. Chitkara, Chancellor of Chitkara University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my innovative development of a new theorem on spanning trees.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Role in Major Events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Successfully led and handled high-pressure situations during key events like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Somnium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Express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smooth event execution and effective team coordination.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 in Technical Competitions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Recognized in numerous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competitions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debating events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my passion for both technical and communication skills.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Contributed significantly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and success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IEEE-CIET Student Branch through content creation, event management, and leadership.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241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823F-088A-4CD3-7D13-330A0114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0405641" cy="838200"/>
          </a:xfrm>
        </p:spPr>
        <p:txBody>
          <a:bodyPr/>
          <a:lstStyle/>
          <a:p>
            <a:pPr algn="l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Vision for IEEE-CIET Student Branch (Vice-Chairperson) </a:t>
            </a:r>
            <a:endParaRPr lang="en-IN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FB4C47-DB8D-54DC-9013-138BEAA530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04FF8-C5EF-B6D5-1895-2154AEC80A45}"/>
              </a:ext>
            </a:extLst>
          </p:cNvPr>
          <p:cNvSpPr txBox="1"/>
          <p:nvPr/>
        </p:nvSpPr>
        <p:spPr>
          <a:xfrm>
            <a:off x="79911" y="838201"/>
            <a:ext cx="11679968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Chairperson of IEEE-CIET Student Branch, my vision is to build a dynamic and thriving student community that fosters technical growth, leadership, and collaboration. I want to create an environment where students can not only enhance their technical skills but also develop leadership abilities and contribute to real-world challenges.</a:t>
            </a: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Vision Areas: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Leadership: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and hackathons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students can learn through hands-on projects and showcase their innovative ideas that are in tech trend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Empowerment: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mentorship programs where senior students guide and assist juniors in both academic and extracurricular pursuits. This will build a strong sense of community and improve skill development.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development programs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workshops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students' soft skills and prepare them for professional challenges.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committees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various functions (e.g., event planning, content, social media) to encourage active student involvement and leadership growth.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 with Industry &amp; Academia: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conferences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invite industry experts to speak, giving students the chance to interact with professionals and explore career opportunities.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Holistic Learning Approach: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activities that blend academics and extracurriculars,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inter-college coding competitions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writing workshops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debating forums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to make IEEE an umbrella for interdisciplinary learning, where students from different streams collaborate to solve complex, real-world problems.</a:t>
            </a:r>
          </a:p>
          <a:p>
            <a:pPr marL="742950" lvl="1" indent="-28575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Goal: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goal is to lead the IEEE-CIET Student Branch into a phase of growth, innovation, and leadership by creating a platform where students can gain technical knowledge, participate in high-impact events, and develop essential life skills for the future.</a:t>
            </a:r>
          </a:p>
        </p:txBody>
      </p:sp>
    </p:spTree>
    <p:extLst>
      <p:ext uri="{BB962C8B-B14F-4D97-AF65-F5344CB8AC3E}">
        <p14:creationId xmlns:p14="http://schemas.microsoft.com/office/powerpoint/2010/main" val="384109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/>
        </p:nvSpPr>
        <p:spPr>
          <a:xfrm>
            <a:off x="95693" y="130628"/>
            <a:ext cx="732842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Events and Initiatives</a:t>
            </a:r>
            <a:endParaRPr sz="24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95" name="Google Shape;95;p24"/>
          <p:cNvSpPr txBox="1"/>
          <p:nvPr/>
        </p:nvSpPr>
        <p:spPr>
          <a:xfrm>
            <a:off x="214604" y="811763"/>
            <a:ext cx="1180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DAC42-53E3-2FF9-3D72-B8FBD41178AC}"/>
              </a:ext>
            </a:extLst>
          </p:cNvPr>
          <p:cNvSpPr txBox="1"/>
          <p:nvPr/>
        </p:nvSpPr>
        <p:spPr>
          <a:xfrm>
            <a:off x="95693" y="811763"/>
            <a:ext cx="1188170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Ideas for the IEEE-CIET Student Branch: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Competitions and Hackathons: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CodeSprint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coding competition with real-time problem-solving challenges, encouraging creativity and teamwork.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Data Science Hackathon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data analytics, AI, and machine learning problems to prepare students for the growing demand in data science.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Robotics Challenge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Encourage students to build autonomous robots or robots that solve real-world problems.</a:t>
            </a:r>
          </a:p>
          <a:p>
            <a:pPr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&amp; Webinars: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 on Emerging Technologies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technologies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Computing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prepare students for cutting-edge fields.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 Workshops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Focus on resume building, interview preparation, public speaking, and leadership skills.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 Writing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workshop to guide students on how to write and publish research papers for international conferences.</a:t>
            </a:r>
          </a:p>
          <a:p>
            <a:pPr marL="457200" lvl="1" indent="-45720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many more events </a:t>
            </a:r>
          </a:p>
        </p:txBody>
      </p:sp>
    </p:spTree>
    <p:extLst>
      <p:ext uri="{BB962C8B-B14F-4D97-AF65-F5344CB8AC3E}">
        <p14:creationId xmlns:p14="http://schemas.microsoft.com/office/powerpoint/2010/main" val="75501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/>
        </p:nvSpPr>
        <p:spPr>
          <a:xfrm>
            <a:off x="391886" y="141514"/>
            <a:ext cx="546490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 Deserve This Role</a:t>
            </a:r>
          </a:p>
        </p:txBody>
      </p:sp>
      <p:sp>
        <p:nvSpPr>
          <p:cNvPr id="95" name="Google Shape;95;p24"/>
          <p:cNvSpPr txBox="1"/>
          <p:nvPr/>
        </p:nvSpPr>
        <p:spPr>
          <a:xfrm>
            <a:off x="214604" y="811763"/>
            <a:ext cx="11803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DAC42-53E3-2FF9-3D72-B8FBD41178AC}"/>
              </a:ext>
            </a:extLst>
          </p:cNvPr>
          <p:cNvSpPr txBox="1"/>
          <p:nvPr/>
        </p:nvSpPr>
        <p:spPr>
          <a:xfrm>
            <a:off x="95693" y="811763"/>
            <a:ext cx="11881703" cy="570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Experience: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Leadership &amp; Management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As Content Head, I have led strategic planning, content creation, and event management for IEEE-CIET events. I managed logistics and content flow, ensuring smooth execution under pressure.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Event Coordination: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Coordinated events like Somnium and Code Express, handling chaos and conflict resolution to ensure seamless operations.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Team Management: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Led a team of content creators, ensuring task delegation, deadline adherence, and smooth collaboration.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Skills: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Technical Expertise: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Proficient in Python, C, C++, Java, and LaTeX for technical content creation.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 Speaking &amp; Communication: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Developed strong communication and public speaking skills through debates and competitions.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Event Planning: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Experienced in managing, organizing, and executing events efficiently, even in challenging situations.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Vision and Passion: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Commitment to IEEE Values: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Passionate about IEEE’s mission to advance technology for humanity, and dedicated to enhancing the student branch’s impact.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750" b="1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Passion for Student Development: </a:t>
            </a:r>
            <a:r>
              <a:rPr lang="en-US" sz="175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Focused on creating an environment that fosters both technical and personal growth through leadership, mentorship, and skill-building.</a:t>
            </a:r>
            <a:endParaRPr lang="en-IN" sz="1750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>
            <a:spLocks noGrp="1"/>
          </p:cNvSpPr>
          <p:nvPr>
            <p:ph type="body" idx="1"/>
          </p:nvPr>
        </p:nvSpPr>
        <p:spPr>
          <a:xfrm>
            <a:off x="1981200" y="2057401"/>
            <a:ext cx="8229600" cy="2296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3800"/>
              <a:buNone/>
            </a:pPr>
            <a:r>
              <a:rPr lang="en-US" sz="13800" b="1">
                <a:solidFill>
                  <a:srgbClr val="0070C0"/>
                </a:solidFill>
              </a:rPr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1219</Words>
  <Application>Microsoft Office PowerPoint</Application>
  <PresentationFormat>Widescreen</PresentationFormat>
  <Paragraphs>121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Times New Roman</vt:lpstr>
      <vt:lpstr>Arial</vt:lpstr>
      <vt:lpstr>1_Office Theme</vt:lpstr>
      <vt:lpstr>PowerPoint Presentation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Vision for IEEE-CIET Student Branch (Vice-Chairperson)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 Kumar</dc:creator>
  <cp:lastModifiedBy>S S. Mittal</cp:lastModifiedBy>
  <cp:revision>10</cp:revision>
  <dcterms:created xsi:type="dcterms:W3CDTF">2020-11-08T02:15:49Z</dcterms:created>
  <dcterms:modified xsi:type="dcterms:W3CDTF">2025-04-23T03:41:40Z</dcterms:modified>
</cp:coreProperties>
</file>